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Reallocation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ds-faang-opt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OPT Runway Mode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International MS/PhD DS student · OPT activated · Targeting FAANG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4434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4434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27648" y="4434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4434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Job-Ops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17536" y="4434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7536" y="4434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Pivot Layer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What You Can't See From a Job Posting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≠ Role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2176272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sponsors H-1B — but SOC 13-xxxx (business) vs 15-xxxx (CS) have very different approval rates and prevailing wage tiers. You can't tell from the posting.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697480" cy="91440"/>
          </a:xfrm>
          <a:prstGeom prst="rect">
            <a:avLst/>
          </a:prstGeom>
          <a:solidFill>
            <a:srgbClr val="1D7A6F"/>
          </a:solidFill>
          <a:ln w="12700">
            <a:solidFill>
              <a:srgbClr val="1D7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Filing Policy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9272" y="2176272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company file your H-1B petition in Year 1 or Year 2? That difference determines whether you make the April lottery. Never stated in job postings.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00584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05840"/>
            <a:ext cx="2697480" cy="91440"/>
          </a:xfrm>
          <a:prstGeom prst="rect">
            <a:avLst/>
          </a:prstGeom>
          <a:solidFill>
            <a:srgbClr val="155E59"/>
          </a:solidFill>
          <a:ln w="12700">
            <a:solidFill>
              <a:srgbClr val="155E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Code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53912" y="2176272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'Data Analyst' maps to SOC 15-2051 at one company (cognitive score 78, low AI risk) and SOC 43-9011 at another (high AI substitution risk). Same title, very different futures.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Mode: 5-Step Triage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572768" cy="3200400"/>
          </a:xfrm>
          <a:prstGeom prst="rect">
            <a:avLst/>
          </a:prstGeom>
          <a:solidFill>
            <a:srgbClr val="0D3D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2104" y="1005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1664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H-1B History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214884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query_h1b.py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25786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" y="29992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A2E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0824" y="914400"/>
            <a:ext cx="1572768" cy="3200400"/>
          </a:xfrm>
          <a:prstGeom prst="rect">
            <a:avLst/>
          </a:prstGeom>
          <a:solidFill>
            <a:srgbClr val="0D3D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005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93976" y="1664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+ Cog Score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093976" y="214884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soc_lookup.py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93976" y="25786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Pivot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58568" y="29992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A2E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21608" y="914400"/>
            <a:ext cx="1572768" cy="3200400"/>
          </a:xfrm>
          <a:prstGeom prst="rect">
            <a:avLst/>
          </a:prstGeom>
          <a:solidFill>
            <a:srgbClr val="2A3F5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33672" y="10058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94760" y="1664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Lag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94760" y="214884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lca_filing_lag.py*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25786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 (new)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59352" y="29992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4A3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22392" y="914400"/>
            <a:ext cx="1572768" cy="3200400"/>
          </a:xfrm>
          <a:prstGeom prst="rect">
            <a:avLst/>
          </a:prstGeom>
          <a:solidFill>
            <a:srgbClr val="0D3D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34456" y="1005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95544" y="1664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Floor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95544" y="214884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salary_floor.py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95544" y="25786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0136" y="29992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A2E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0136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23176" y="914400"/>
            <a:ext cx="1572768" cy="3200400"/>
          </a:xfrm>
          <a:prstGeom prst="rect">
            <a:avLst/>
          </a:prstGeom>
          <a:solidFill>
            <a:srgbClr val="0D3D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35240" y="1005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96328" y="1664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96328" y="214884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check_liveness.py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96328" y="25786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Job-Ops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60920" y="29992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A2E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lca_filing_lag.py uses DOL flag.dol.gov LCA data — EMPLOYMENT_START_DATE vs CASE_SUBMITTED — script proposed, not yet implemented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Three FAANG Roles, One OPT Clock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MS Data Science · OPT start Jun 1 2025 · 305 days to April 2026 filing deadline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37160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91640" y="1188720"/>
            <a:ext cx="11887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188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12344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10058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Cog. Score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1188720"/>
            <a:ext cx="114300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Lag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188720"/>
            <a:ext cx="114300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1188720"/>
            <a:ext cx="11887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188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1600200"/>
            <a:ext cx="1371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00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91640" y="1600200"/>
            <a:ext cx="1188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16002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DS, Integrity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1600200"/>
            <a:ext cx="1234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600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 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160020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600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 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1600200"/>
            <a:ext cx="1143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6002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· 198d  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1600200"/>
            <a:ext cx="1143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6002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$143k+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35240" y="1600200"/>
            <a:ext cx="118872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6002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4320" y="2240280"/>
            <a:ext cx="137160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91640" y="2240280"/>
            <a:ext cx="118872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II, Ads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2240280"/>
            <a:ext cx="123444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22402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 OK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2240280"/>
            <a:ext cx="100584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22402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78*  WARN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57800" y="2240280"/>
            <a:ext cx="114300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2402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· 241d  WARN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2240280"/>
            <a:ext cx="1143000" cy="594360"/>
          </a:xfrm>
          <a:prstGeom prst="rect">
            <a:avLst/>
          </a:prstGeom>
          <a:solidFill>
            <a:srgbClr val="F0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2402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$124k+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35240" y="2240280"/>
            <a:ext cx="118872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74320" y="2880360"/>
            <a:ext cx="1371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691640" y="2880360"/>
            <a:ext cx="1188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64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Research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26080" y="2880360"/>
            <a:ext cx="1234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28803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 OK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06240" y="288036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 OK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257800" y="2880360"/>
            <a:ext cx="1143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28803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· 318d  FAIL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46520" y="2880360"/>
            <a:ext cx="1143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28803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35240" y="2880360"/>
            <a:ext cx="1188720" cy="5943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274320" y="3520440"/>
            <a:ext cx="8549640" cy="914400"/>
          </a:xfrm>
          <a:prstGeom prst="rect">
            <a:avLst/>
          </a:prstGeom>
          <a:solidFill>
            <a:srgbClr val="0D3D3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2920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463040" y="35844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H-1B denial rate is only 2% — looks fine from headline data. But DOL LCA filing-lag analysis reveals a median 318-day delay that exceeds the student's 305-day window. Apple is RED from data the H-1B count alone would never surface.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274320" y="4617720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Amazon SOC classification uncertainty: may file as 15-2051 or 11-3021 depending on business unit. Verify with recruiter.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Inferred: Where the Mode Is Honest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0A2E2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H-1B approval history (3-year, by SOC group)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Company denial rate for DS/ML codes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SOC code + cognitive demand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Job posting liveness (HTTP check)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Salary floor vs. DOL prevailing wage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LCA filing lag — Year-1 % (DOL public data)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2A1A1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Whether current headcount freeze affects sponsorship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1396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Which specific SOC code YOUR offer letter will 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798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Whether your H-1B petition will win the lottery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456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Whether the role will exist at H-1B renewal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engine's rule: use collected data first. Use prompting only to explain after the data has been checked.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Running This Mode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49640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73152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denial rate ≠ safe for OPT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43560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2% denial rate made it look like a strong choice. DOL filing-lag data revealed the real risk: a median 318-day delay that blows past the April deadline. The H-1B count dataset alone would have given a false GREEN.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49640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86000"/>
            <a:ext cx="73152" cy="1207008"/>
          </a:xfrm>
          <a:prstGeom prst="rect">
            <a:avLst/>
          </a:prstGeom>
          <a:solidFill>
            <a:srgbClr val="1D7A6F"/>
          </a:solidFill>
          <a:ln w="12700">
            <a:solidFill>
              <a:srgbClr val="1D7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missing script is lca_filing_lag.py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filing lag is the single most decision-relevant signal for OPT students — and it's the only one not yet in the engine. The DOL public LCA dataset already has the fields. Building this script would make the mode fully data-verified end-to-end.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8549640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11880"/>
            <a:ext cx="73152" cy="1207008"/>
          </a:xfrm>
          <a:prstGeom prst="rect">
            <a:avLst/>
          </a:prstGeom>
          <a:solidFill>
            <a:srgbClr val="155E59"/>
          </a:solidFill>
          <a:ln w="12700">
            <a:solidFill>
              <a:srgbClr val="155E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850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code distribution matters, not just the mode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0873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the single most common SOC for Amazon 'Data Scientist' misses real variance. A --distribution flag showing the top 3 SOC codes filed would let students see the tail risk before accepting an offer.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ds-faang-opt Mode — The Reallocation Engine</dc:title>
  <dc:subject>PptxGenJS Presentation</dc:subject>
  <dc:creator>PptxGenJS</dc:creator>
  <cp:lastModifiedBy>PptxGenJS</cp:lastModifiedBy>
  <cp:revision>1</cp:revision>
  <dcterms:created xsi:type="dcterms:W3CDTF">2026-06-04T17:46:12Z</dcterms:created>
  <dcterms:modified xsi:type="dcterms:W3CDTF">2026-06-04T17:46:12Z</dcterms:modified>
</cp:coreProperties>
</file>